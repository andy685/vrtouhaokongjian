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头号空间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1874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 线下体验店 · 资金流通全景图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C端 / B端 全链路资金流转一览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资金流通全景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4630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52144"/>
            <a:ext cx="1920240" cy="131673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292608" cy="292608"/>
          </a:xfrm>
          <a:prstGeom prst="rect">
            <a:avLst/>
          </a:prstGeom>
          <a:solidFill>
            <a:srgbClr val="3B82F6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3075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C端用户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 / 会员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到店消费 VR 体验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充值会员余额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按次/按时长付费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0" y="1783080"/>
            <a:ext cx="4572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0048" y="1709928"/>
            <a:ext cx="0" cy="146304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280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消费付款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5960" y="1508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 / 支付宝 / 现金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0" y="109728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0" y="1152144"/>
            <a:ext cx="1920240" cy="131673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80360" y="1325880"/>
            <a:ext cx="292608" cy="292608"/>
          </a:xfrm>
          <a:prstGeom prst="rect">
            <a:avLst/>
          </a:prstGeom>
          <a:solidFill>
            <a:srgbClr val="F59E0B">
              <a:alpha val="8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88036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13075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 / 门店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8036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收银 / 运营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8036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收款 100% 归商家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消耗游戏豆启动游戏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管理门店库存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301752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3072384"/>
            <a:ext cx="1920240" cy="131673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880360" y="3246120"/>
            <a:ext cx="292608" cy="292608"/>
          </a:xfrm>
          <a:prstGeom prst="rect">
            <a:avLst/>
          </a:prstGeom>
          <a:solidFill>
            <a:srgbClr val="F59E0B">
              <a:alpha val="8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46120" y="3227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 / 门店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8036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采购方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8036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预存款充值到平台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批量采购游戏豆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 / 支付宝 / 对公转账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3703320"/>
            <a:ext cx="45720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47488" y="3630168"/>
            <a:ext cx="0" cy="146304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采购游戏豆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43400" y="3429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 / 豆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120640" y="301752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5120640" y="3072384"/>
            <a:ext cx="1920240" cy="131673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57800" y="3246120"/>
            <a:ext cx="292608" cy="292608"/>
          </a:xfrm>
          <a:prstGeom prst="rect">
            <a:avLst/>
          </a:prstGeom>
          <a:solidFill>
            <a:srgbClr val="10B981">
              <a:alpha val="8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25780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23560" y="3227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平台运营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超管 / 财务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5780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收款 &amp; 配发游戏豆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游戏豆消耗归平台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平台核心营收来源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040880" y="3703320"/>
            <a:ext cx="45720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24928" y="3630168"/>
            <a:ext cx="0" cy="146304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分润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20840" y="3429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 月结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498080" y="3017520"/>
            <a:ext cx="12801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Shape 43"/>
          <p:cNvSpPr/>
          <p:nvPr/>
        </p:nvSpPr>
        <p:spPr>
          <a:xfrm>
            <a:off x="7498080" y="3072384"/>
            <a:ext cx="1280160" cy="131673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635240" y="3246120"/>
            <a:ext cx="292608" cy="292608"/>
          </a:xfrm>
          <a:prstGeom prst="rect">
            <a:avLst/>
          </a:prstGeom>
          <a:solidFill>
            <a:srgbClr val="8B5CF6">
              <a:alpha val="8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63524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001000" y="32278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代理商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63524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 / 区域 / 省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635240" y="3794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按月采购额分润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阶梯系数 3%~12%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拉卡拉打款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03320" y="2468880"/>
            <a:ext cx="0" cy="54864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176272" y="132588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2176272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53712" y="32461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4553712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31152" y="324612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7" name="Text 55"/>
          <p:cNvSpPr/>
          <p:nvPr/>
        </p:nvSpPr>
        <p:spPr>
          <a:xfrm>
            <a:off x="6931152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572000"/>
            <a:ext cx="18288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" y="45537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C端消费 → 商家收银，100%归商家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651760" y="4572000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2926080" y="45537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商家采购游戏豆 (虚线连接同一角色)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937760" y="457200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0" y="45537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商家 → 平台采购游戏豆 ¥1/豆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223760" y="4572000"/>
            <a:ext cx="18288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5" name="Text 63"/>
          <p:cNvSpPr/>
          <p:nvPr/>
        </p:nvSpPr>
        <p:spPr>
          <a:xfrm>
            <a:off x="7498080" y="45537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平台 → 代理商分润 T+1月结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7" name="Text 6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头号空间 · 资金流通全景图</dc:title>
  <dc:subject>PptxGenJS Presentation</dc:subject>
  <dc:creator>头号空间</dc:creator>
  <cp:lastModifiedBy>头号空间</cp:lastModifiedBy>
  <cp:revision>1</cp:revision>
  <dcterms:created xsi:type="dcterms:W3CDTF">2026-05-21T08:23:38Z</dcterms:created>
  <dcterms:modified xsi:type="dcterms:W3CDTF">2026-05-21T08:23:38Z</dcterms:modified>
</cp:coreProperties>
</file>